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5"/>
  </p:sldMasterIdLst>
  <p:notesMasterIdLst>
    <p:notesMasterId r:id="rId18"/>
  </p:notesMasterIdLst>
  <p:sldIdLst>
    <p:sldId id="308" r:id="rId6"/>
    <p:sldId id="297" r:id="rId7"/>
    <p:sldId id="311" r:id="rId8"/>
    <p:sldId id="312" r:id="rId9"/>
    <p:sldId id="313" r:id="rId10"/>
    <p:sldId id="259" r:id="rId11"/>
    <p:sldId id="314" r:id="rId12"/>
    <p:sldId id="315" r:id="rId13"/>
    <p:sldId id="317" r:id="rId14"/>
    <p:sldId id="316" r:id="rId15"/>
    <p:sldId id="318" r:id="rId16"/>
    <p:sldId id="319" r:id="rId17"/>
  </p:sldIdLst>
  <p:sldSz cx="9144000" cy="5143500" type="screen16x9"/>
  <p:notesSz cx="6858000" cy="9144000"/>
  <p:custDataLst>
    <p:tags r:id="rId19"/>
  </p:custDataLst>
  <p:defaultTextStyle>
    <a:defPPr>
      <a:defRPr lang="de-DE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CA0A"/>
    <a:srgbClr val="878787"/>
    <a:srgbClr val="C6C6C6"/>
    <a:srgbClr val="ECECEC"/>
    <a:srgbClr val="9A9A9A"/>
    <a:srgbClr val="858400"/>
    <a:srgbClr val="DADA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0D8398-AE1B-45B4-A495-652CBB6FD154}" v="6" dt="2026-02-02T14:54:50.9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02" autoAdjust="0"/>
    <p:restoredTop sz="94667" autoAdjust="0"/>
  </p:normalViewPr>
  <p:slideViewPr>
    <p:cSldViewPr snapToGrid="0" snapToObjects="1">
      <p:cViewPr varScale="1">
        <p:scale>
          <a:sx n="179" d="100"/>
          <a:sy n="179" d="100"/>
        </p:scale>
        <p:origin x="180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tags" Target="tags/tag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mid André" userId="91351f4e-fd1b-45b8-b623-07012eacf327" providerId="ADAL" clId="{9B9D3945-BF44-4A78-BB39-126F82C92526}"/>
    <pc:docChg chg="custSel mod addSld delSld modSld sldOrd">
      <pc:chgData name="Schmid André" userId="91351f4e-fd1b-45b8-b623-07012eacf327" providerId="ADAL" clId="{9B9D3945-BF44-4A78-BB39-126F82C92526}" dt="2026-02-02T14:57:17.612" v="1456" actId="20577"/>
      <pc:docMkLst>
        <pc:docMk/>
      </pc:docMkLst>
      <pc:sldChg chg="del">
        <pc:chgData name="Schmid André" userId="91351f4e-fd1b-45b8-b623-07012eacf327" providerId="ADAL" clId="{9B9D3945-BF44-4A78-BB39-126F82C92526}" dt="2026-02-02T09:12:54.858" v="3" actId="47"/>
        <pc:sldMkLst>
          <pc:docMk/>
          <pc:sldMk cId="1720858350" sldId="281"/>
        </pc:sldMkLst>
      </pc:sldChg>
      <pc:sldChg chg="del">
        <pc:chgData name="Schmid André" userId="91351f4e-fd1b-45b8-b623-07012eacf327" providerId="ADAL" clId="{9B9D3945-BF44-4A78-BB39-126F82C92526}" dt="2026-02-02T09:12:54.858" v="3" actId="47"/>
        <pc:sldMkLst>
          <pc:docMk/>
          <pc:sldMk cId="1985855646" sldId="287"/>
        </pc:sldMkLst>
      </pc:sldChg>
      <pc:sldChg chg="del">
        <pc:chgData name="Schmid André" userId="91351f4e-fd1b-45b8-b623-07012eacf327" providerId="ADAL" clId="{9B9D3945-BF44-4A78-BB39-126F82C92526}" dt="2026-02-02T09:12:54.858" v="3" actId="47"/>
        <pc:sldMkLst>
          <pc:docMk/>
          <pc:sldMk cId="305098289" sldId="291"/>
        </pc:sldMkLst>
      </pc:sldChg>
      <pc:sldChg chg="del">
        <pc:chgData name="Schmid André" userId="91351f4e-fd1b-45b8-b623-07012eacf327" providerId="ADAL" clId="{9B9D3945-BF44-4A78-BB39-126F82C92526}" dt="2026-02-02T09:12:46.908" v="2" actId="47"/>
        <pc:sldMkLst>
          <pc:docMk/>
          <pc:sldMk cId="4260573791" sldId="293"/>
        </pc:sldMkLst>
      </pc:sldChg>
      <pc:sldChg chg="del">
        <pc:chgData name="Schmid André" userId="91351f4e-fd1b-45b8-b623-07012eacf327" providerId="ADAL" clId="{9B9D3945-BF44-4A78-BB39-126F82C92526}" dt="2026-02-02T09:12:54.858" v="3" actId="47"/>
        <pc:sldMkLst>
          <pc:docMk/>
          <pc:sldMk cId="1024904515" sldId="295"/>
        </pc:sldMkLst>
      </pc:sldChg>
      <pc:sldChg chg="modSp mod">
        <pc:chgData name="Schmid André" userId="91351f4e-fd1b-45b8-b623-07012eacf327" providerId="ADAL" clId="{9B9D3945-BF44-4A78-BB39-126F82C92526}" dt="2026-02-02T09:31:58.110" v="26" actId="20577"/>
        <pc:sldMkLst>
          <pc:docMk/>
          <pc:sldMk cId="167718508" sldId="297"/>
        </pc:sldMkLst>
        <pc:spChg chg="mod">
          <ac:chgData name="Schmid André" userId="91351f4e-fd1b-45b8-b623-07012eacf327" providerId="ADAL" clId="{9B9D3945-BF44-4A78-BB39-126F82C92526}" dt="2026-02-02T09:31:58.110" v="26" actId="20577"/>
          <ac:spMkLst>
            <pc:docMk/>
            <pc:sldMk cId="167718508" sldId="297"/>
            <ac:spMk id="3" creationId="{24EB9A83-9EDA-4EE5-9A85-26FD993BC4A2}"/>
          </ac:spMkLst>
        </pc:spChg>
      </pc:sldChg>
      <pc:sldChg chg="del">
        <pc:chgData name="Schmid André" userId="91351f4e-fd1b-45b8-b623-07012eacf327" providerId="ADAL" clId="{9B9D3945-BF44-4A78-BB39-126F82C92526}" dt="2026-02-02T09:12:44.880" v="1" actId="47"/>
        <pc:sldMkLst>
          <pc:docMk/>
          <pc:sldMk cId="1484715987" sldId="299"/>
        </pc:sldMkLst>
      </pc:sldChg>
      <pc:sldChg chg="del">
        <pc:chgData name="Schmid André" userId="91351f4e-fd1b-45b8-b623-07012eacf327" providerId="ADAL" clId="{9B9D3945-BF44-4A78-BB39-126F82C92526}" dt="2026-02-02T09:12:44.880" v="1" actId="47"/>
        <pc:sldMkLst>
          <pc:docMk/>
          <pc:sldMk cId="669298103" sldId="300"/>
        </pc:sldMkLst>
      </pc:sldChg>
      <pc:sldChg chg="del">
        <pc:chgData name="Schmid André" userId="91351f4e-fd1b-45b8-b623-07012eacf327" providerId="ADAL" clId="{9B9D3945-BF44-4A78-BB39-126F82C92526}" dt="2026-02-02T09:12:44.880" v="1" actId="47"/>
        <pc:sldMkLst>
          <pc:docMk/>
          <pc:sldMk cId="2642610886" sldId="301"/>
        </pc:sldMkLst>
      </pc:sldChg>
      <pc:sldChg chg="del">
        <pc:chgData name="Schmid André" userId="91351f4e-fd1b-45b8-b623-07012eacf327" providerId="ADAL" clId="{9B9D3945-BF44-4A78-BB39-126F82C92526}" dt="2026-02-02T09:12:54.858" v="3" actId="47"/>
        <pc:sldMkLst>
          <pc:docMk/>
          <pc:sldMk cId="1761526393" sldId="302"/>
        </pc:sldMkLst>
      </pc:sldChg>
      <pc:sldChg chg="del">
        <pc:chgData name="Schmid André" userId="91351f4e-fd1b-45b8-b623-07012eacf327" providerId="ADAL" clId="{9B9D3945-BF44-4A78-BB39-126F82C92526}" dt="2026-02-02T09:12:44.880" v="1" actId="47"/>
        <pc:sldMkLst>
          <pc:docMk/>
          <pc:sldMk cId="1660584083" sldId="305"/>
        </pc:sldMkLst>
      </pc:sldChg>
      <pc:sldChg chg="del">
        <pc:chgData name="Schmid André" userId="91351f4e-fd1b-45b8-b623-07012eacf327" providerId="ADAL" clId="{9B9D3945-BF44-4A78-BB39-126F82C92526}" dt="2026-02-02T09:12:44.880" v="1" actId="47"/>
        <pc:sldMkLst>
          <pc:docMk/>
          <pc:sldMk cId="941910494" sldId="306"/>
        </pc:sldMkLst>
      </pc:sldChg>
      <pc:sldChg chg="del">
        <pc:chgData name="Schmid André" userId="91351f4e-fd1b-45b8-b623-07012eacf327" providerId="ADAL" clId="{9B9D3945-BF44-4A78-BB39-126F82C92526}" dt="2026-02-02T09:12:54.858" v="3" actId="47"/>
        <pc:sldMkLst>
          <pc:docMk/>
          <pc:sldMk cId="3979163444" sldId="309"/>
        </pc:sldMkLst>
      </pc:sldChg>
      <pc:sldChg chg="modSp mod">
        <pc:chgData name="Schmid André" userId="91351f4e-fd1b-45b8-b623-07012eacf327" providerId="ADAL" clId="{9B9D3945-BF44-4A78-BB39-126F82C92526}" dt="2026-02-02T14:01:59.987" v="822" actId="20577"/>
        <pc:sldMkLst>
          <pc:docMk/>
          <pc:sldMk cId="2067216190" sldId="315"/>
        </pc:sldMkLst>
        <pc:spChg chg="mod">
          <ac:chgData name="Schmid André" userId="91351f4e-fd1b-45b8-b623-07012eacf327" providerId="ADAL" clId="{9B9D3945-BF44-4A78-BB39-126F82C92526}" dt="2026-02-02T14:01:59.987" v="822" actId="20577"/>
          <ac:spMkLst>
            <pc:docMk/>
            <pc:sldMk cId="2067216190" sldId="315"/>
            <ac:spMk id="3" creationId="{00000000-0000-0000-0000-000000000000}"/>
          </ac:spMkLst>
        </pc:spChg>
      </pc:sldChg>
      <pc:sldChg chg="modSp new mod">
        <pc:chgData name="Schmid André" userId="91351f4e-fd1b-45b8-b623-07012eacf327" providerId="ADAL" clId="{9B9D3945-BF44-4A78-BB39-126F82C92526}" dt="2026-02-02T14:37:27.087" v="1332" actId="20577"/>
        <pc:sldMkLst>
          <pc:docMk/>
          <pc:sldMk cId="385455599" sldId="316"/>
        </pc:sldMkLst>
        <pc:spChg chg="mod">
          <ac:chgData name="Schmid André" userId="91351f4e-fd1b-45b8-b623-07012eacf327" providerId="ADAL" clId="{9B9D3945-BF44-4A78-BB39-126F82C92526}" dt="2026-02-02T14:37:27.087" v="1332" actId="20577"/>
          <ac:spMkLst>
            <pc:docMk/>
            <pc:sldMk cId="385455599" sldId="316"/>
            <ac:spMk id="2" creationId="{9D9DA9A0-BE1B-B148-F3A8-08D3D8FFB228}"/>
          </ac:spMkLst>
        </pc:spChg>
        <pc:spChg chg="mod">
          <ac:chgData name="Schmid André" userId="91351f4e-fd1b-45b8-b623-07012eacf327" providerId="ADAL" clId="{9B9D3945-BF44-4A78-BB39-126F82C92526}" dt="2026-02-02T09:49:17.816" v="635" actId="20577"/>
          <ac:spMkLst>
            <pc:docMk/>
            <pc:sldMk cId="385455599" sldId="316"/>
            <ac:spMk id="5" creationId="{293E291D-3BA5-DB3D-9F49-9EF59D2B1CE2}"/>
          </ac:spMkLst>
        </pc:spChg>
      </pc:sldChg>
      <pc:sldChg chg="modSp add mod ord">
        <pc:chgData name="Schmid André" userId="91351f4e-fd1b-45b8-b623-07012eacf327" providerId="ADAL" clId="{9B9D3945-BF44-4A78-BB39-126F82C92526}" dt="2026-02-02T14:57:17.612" v="1456" actId="20577"/>
        <pc:sldMkLst>
          <pc:docMk/>
          <pc:sldMk cId="1735031673" sldId="317"/>
        </pc:sldMkLst>
        <pc:spChg chg="mod">
          <ac:chgData name="Schmid André" userId="91351f4e-fd1b-45b8-b623-07012eacf327" providerId="ADAL" clId="{9B9D3945-BF44-4A78-BB39-126F82C92526}" dt="2026-02-02T14:57:17.612" v="1456" actId="20577"/>
          <ac:spMkLst>
            <pc:docMk/>
            <pc:sldMk cId="1735031673" sldId="317"/>
            <ac:spMk id="2" creationId="{25A68B4C-E59B-8EBA-74A6-E1856276C52E}"/>
          </ac:spMkLst>
        </pc:spChg>
      </pc:sldChg>
      <pc:sldChg chg="modSp add mod">
        <pc:chgData name="Schmid André" userId="91351f4e-fd1b-45b8-b623-07012eacf327" providerId="ADAL" clId="{9B9D3945-BF44-4A78-BB39-126F82C92526}" dt="2026-02-02T14:54:05.183" v="1429" actId="20577"/>
        <pc:sldMkLst>
          <pc:docMk/>
          <pc:sldMk cId="162506132" sldId="318"/>
        </pc:sldMkLst>
        <pc:spChg chg="mod">
          <ac:chgData name="Schmid André" userId="91351f4e-fd1b-45b8-b623-07012eacf327" providerId="ADAL" clId="{9B9D3945-BF44-4A78-BB39-126F82C92526}" dt="2026-02-02T14:54:05.183" v="1429" actId="20577"/>
          <ac:spMkLst>
            <pc:docMk/>
            <pc:sldMk cId="162506132" sldId="318"/>
            <ac:spMk id="2" creationId="{FEF13E54-E150-C38C-881E-B83D01CEF7EC}"/>
          </ac:spMkLst>
        </pc:spChg>
        <pc:spChg chg="mod">
          <ac:chgData name="Schmid André" userId="91351f4e-fd1b-45b8-b623-07012eacf327" providerId="ADAL" clId="{9B9D3945-BF44-4A78-BB39-126F82C92526}" dt="2026-02-02T14:03:45.904" v="890" actId="20577"/>
          <ac:spMkLst>
            <pc:docMk/>
            <pc:sldMk cId="162506132" sldId="318"/>
            <ac:spMk id="5" creationId="{2BE02595-21E6-4FD5-18BA-B06B2AEEDB59}"/>
          </ac:spMkLst>
        </pc:spChg>
      </pc:sldChg>
      <pc:sldChg chg="modSp add mod">
        <pc:chgData name="Schmid André" userId="91351f4e-fd1b-45b8-b623-07012eacf327" providerId="ADAL" clId="{9B9D3945-BF44-4A78-BB39-126F82C92526}" dt="2026-02-02T14:52:25.616" v="1427" actId="20577"/>
        <pc:sldMkLst>
          <pc:docMk/>
          <pc:sldMk cId="115151121" sldId="319"/>
        </pc:sldMkLst>
        <pc:spChg chg="mod">
          <ac:chgData name="Schmid André" userId="91351f4e-fd1b-45b8-b623-07012eacf327" providerId="ADAL" clId="{9B9D3945-BF44-4A78-BB39-126F82C92526}" dt="2026-02-02T14:52:25.616" v="1427" actId="20577"/>
          <ac:spMkLst>
            <pc:docMk/>
            <pc:sldMk cId="115151121" sldId="319"/>
            <ac:spMk id="2" creationId="{59362D78-8727-ABD3-F52D-1C740EA994EA}"/>
          </ac:spMkLst>
        </pc:spChg>
        <pc:spChg chg="mod">
          <ac:chgData name="Schmid André" userId="91351f4e-fd1b-45b8-b623-07012eacf327" providerId="ADAL" clId="{9B9D3945-BF44-4A78-BB39-126F82C92526}" dt="2026-02-02T14:35:44.557" v="1255" actId="20577"/>
          <ac:spMkLst>
            <pc:docMk/>
            <pc:sldMk cId="115151121" sldId="319"/>
            <ac:spMk id="5" creationId="{E426CFA6-C302-C00D-2E83-B06DDB8F8C3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C13F70-DFA7-B746-89AF-E94A9998F00B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1DE3AC-C885-0747-B09C-7C2F3DAD00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483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A6B5D69-82F2-469A-8579-57A842C72EA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785938" y="0"/>
            <a:ext cx="7358062" cy="515143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/>
              <a:t>Klicken auf Symbol, um Bild einzufügen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64760F-6A73-403A-8EFB-763F0FD3CB19}"/>
              </a:ext>
            </a:extLst>
          </p:cNvPr>
          <p:cNvSpPr/>
          <p:nvPr userDrawn="1"/>
        </p:nvSpPr>
        <p:spPr>
          <a:xfrm>
            <a:off x="0" y="0"/>
            <a:ext cx="1786411" cy="5151120"/>
          </a:xfrm>
          <a:prstGeom prst="rect">
            <a:avLst/>
          </a:prstGeom>
          <a:solidFill>
            <a:srgbClr val="AFCA0A"/>
          </a:solidFill>
          <a:ln>
            <a:solidFill>
              <a:srgbClr val="AFCA0A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0938AC-58EC-4440-ACD0-39A695022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41220" y="246888"/>
            <a:ext cx="6464618" cy="688150"/>
          </a:xfrm>
        </p:spPr>
        <p:txBody>
          <a:bodyPr/>
          <a:lstStyle/>
          <a:p>
            <a:r>
              <a:rPr lang="en-US" dirty="0" err="1"/>
              <a:t>Mastertitelformat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B32384-65E2-474F-8D4D-0679C7ED3C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33556" y="4788862"/>
            <a:ext cx="998288" cy="14400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EF3A708-6A7D-CF40-8F96-533D942153E5}" type="datetime4">
              <a:rPr lang="de-CH" smtClean="0"/>
              <a:pPr/>
              <a:t>2. Februar 2026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28FDF1-E5C3-4079-8877-430FF64BDD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172450" y="4788862"/>
            <a:ext cx="431800" cy="14400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0872841A-261C-904D-89C3-31866CF66781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6D085FD-7F81-430D-9914-CB49CE486C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9933" y="282219"/>
            <a:ext cx="827228" cy="388797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6BB4E8E-DF7A-4EE2-AC7F-34969CAF78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7814" y="4503738"/>
            <a:ext cx="1477206" cy="564825"/>
          </a:xfrm>
        </p:spPr>
        <p:txBody>
          <a:bodyPr anchor="b"/>
          <a:lstStyle>
            <a:lvl1pPr>
              <a:defRPr sz="10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Ort, Datum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EA0358F9-651F-4120-807C-E71A10B3D9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41219" y="4503738"/>
            <a:ext cx="4840945" cy="564825"/>
          </a:xfrm>
        </p:spPr>
        <p:txBody>
          <a:bodyPr anchor="b"/>
          <a:lstStyle>
            <a:lvl1pPr>
              <a:defRPr sz="10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 err="1"/>
              <a:t>Referent:in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421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-Tite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2841A-261C-904D-89C3-31866CF66781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40000" y="936000"/>
            <a:ext cx="8063999" cy="170814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DAS IST EIN </a:t>
            </a:r>
            <a:br>
              <a:rPr lang="de-DE" dirty="0"/>
            </a:br>
            <a:r>
              <a:rPr lang="de-DE" dirty="0"/>
              <a:t>KAPITELTITEL</a:t>
            </a:r>
            <a:br>
              <a:rPr lang="en-US" dirty="0"/>
            </a:br>
            <a:r>
              <a:rPr lang="en-US" dirty="0"/>
              <a:t>3. ZEILE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9999" y="2757906"/>
            <a:ext cx="8064000" cy="119687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2400" b="1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 dirty="0"/>
              <a:t>Untertitel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F93C2B6-5A07-4981-BED5-7FD2CD064B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65319" y="156058"/>
            <a:ext cx="778670" cy="365975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3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-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00" y="1289304"/>
            <a:ext cx="8064250" cy="321125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500"/>
            </a:lvl1pPr>
            <a:lvl2pPr>
              <a:lnSpc>
                <a:spcPct val="100000"/>
              </a:lnSpc>
              <a:defRPr sz="1500"/>
            </a:lvl2pPr>
            <a:lvl3pPr>
              <a:lnSpc>
                <a:spcPct val="100000"/>
              </a:lnSpc>
              <a:defRPr sz="1500"/>
            </a:lvl3pPr>
            <a:lvl4pPr>
              <a:lnSpc>
                <a:spcPct val="100000"/>
              </a:lnSpc>
              <a:defRPr sz="1500"/>
            </a:lvl4pPr>
            <a:lvl5pPr>
              <a:lnSpc>
                <a:spcPct val="100000"/>
              </a:lnSpc>
              <a:defRPr sz="15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56314-8B27-9F4F-96FC-7A7DFD3AF963}" type="datetime4">
              <a:rPr lang="de-CH" smtClean="0"/>
              <a:t>2. Februar 2026</a:t>
            </a:fld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2841A-261C-904D-89C3-31866CF66781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itelplatzhalter 11">
            <a:extLst>
              <a:ext uri="{FF2B5EF4-FFF2-40B4-BE49-F238E27FC236}">
                <a16:creationId xmlns:a16="http://schemas.microsoft.com/office/drawing/2014/main" id="{39584A92-11CD-4920-8310-F4B5C0B6D2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246888"/>
            <a:ext cx="8065838" cy="6881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CH" dirty="0" err="1"/>
              <a:t>Mastertitelformat</a:t>
            </a:r>
            <a:r>
              <a:rPr lang="fr-CH" dirty="0"/>
              <a:t> </a:t>
            </a:r>
            <a:r>
              <a:rPr lang="fr-CH" dirty="0" err="1"/>
              <a:t>bearbeiten</a:t>
            </a:r>
            <a:endParaRPr lang="fr-CH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DE78C-F84F-6E46-8621-C4D4771AC944}" type="datetime4">
              <a:rPr lang="de-CH" smtClean="0"/>
              <a:t>2. Februar 2026</a:t>
            </a:fld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872841A-261C-904D-89C3-31866CF66781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4B0AF02-B2A6-4F2D-AEEC-A30B36E94C8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0000" y="1289304"/>
            <a:ext cx="7145338" cy="321125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CH" dirty="0"/>
          </a:p>
        </p:txBody>
      </p:sp>
      <p:sp>
        <p:nvSpPr>
          <p:cNvPr id="7" name="Titelplatzhalter 11">
            <a:extLst>
              <a:ext uri="{FF2B5EF4-FFF2-40B4-BE49-F238E27FC236}">
                <a16:creationId xmlns:a16="http://schemas.microsoft.com/office/drawing/2014/main" id="{99BB6C95-0CB0-48E8-9CA2-0A0E754FE5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246888"/>
            <a:ext cx="7145338" cy="6881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CH" dirty="0" err="1"/>
              <a:t>Mastertitelformat</a:t>
            </a:r>
            <a:r>
              <a:rPr lang="fr-CH" dirty="0"/>
              <a:t> </a:t>
            </a:r>
            <a:r>
              <a:rPr lang="fr-CH" dirty="0" err="1"/>
              <a:t>bearbeiten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206225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43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ganzsei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95CA9CB-285D-449E-A0C2-99028BDD93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48625" y="-2382"/>
            <a:ext cx="1095375" cy="937420"/>
          </a:xfrm>
          <a:custGeom>
            <a:avLst/>
            <a:gdLst>
              <a:gd name="connsiteX0" fmla="*/ 114300 w 1095375"/>
              <a:gd name="connsiteY0" fmla="*/ 0 h 937420"/>
              <a:gd name="connsiteX1" fmla="*/ 1095375 w 1095375"/>
              <a:gd name="connsiteY1" fmla="*/ 0 h 937420"/>
              <a:gd name="connsiteX2" fmla="*/ 1095375 w 1095375"/>
              <a:gd name="connsiteY2" fmla="*/ 937420 h 937420"/>
              <a:gd name="connsiteX3" fmla="*/ 0 w 1095375"/>
              <a:gd name="connsiteY3" fmla="*/ 665957 h 937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95375" h="937420">
                <a:moveTo>
                  <a:pt x="114300" y="0"/>
                </a:moveTo>
                <a:lnTo>
                  <a:pt x="1095375" y="0"/>
                </a:lnTo>
                <a:lnTo>
                  <a:pt x="1095375" y="937420"/>
                </a:lnTo>
                <a:lnTo>
                  <a:pt x="0" y="665957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0A8E3FF-5A14-4E20-8EB1-06F43B7B7F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265319" y="156058"/>
            <a:ext cx="778670" cy="365975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45714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ganzseitig (Logo weis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9E5B232-2CB2-40A9-BCD6-C10E6ECA69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265319" y="156058"/>
            <a:ext cx="778670" cy="365975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6316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1299A-642D-C745-AE2C-8F7FC8D0E1CD}" type="datetime4">
              <a:rPr lang="de-CH" smtClean="0"/>
              <a:t>2. Februar 2026</a:t>
            </a:fld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2841A-261C-904D-89C3-31866CF66781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4645025" y="4302122"/>
            <a:ext cx="3960814" cy="19844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10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Bildunterschrift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8C70CE0-B894-4325-943E-0D3E74A55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289304"/>
            <a:ext cx="3960000" cy="321125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E450A50-EEC0-4909-9E38-C32FE974E91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644250" y="1289306"/>
            <a:ext cx="3960000" cy="292550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Titelplatzhalter 11">
            <a:extLst>
              <a:ext uri="{FF2B5EF4-FFF2-40B4-BE49-F238E27FC236}">
                <a16:creationId xmlns:a16="http://schemas.microsoft.com/office/drawing/2014/main" id="{45C579A9-C585-488D-8B71-D5C07757D3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246888"/>
            <a:ext cx="7145338" cy="6881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CH" dirty="0" err="1"/>
              <a:t>Mastertitelformat</a:t>
            </a:r>
            <a:r>
              <a:rPr lang="fr-CH" dirty="0"/>
              <a:t> </a:t>
            </a:r>
            <a:r>
              <a:rPr lang="fr-CH" dirty="0" err="1"/>
              <a:t>bearbeiten</a:t>
            </a:r>
            <a:endParaRPr lang="fr-CH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6" userDrawn="1">
          <p15:clr>
            <a:srgbClr val="FBAE40"/>
          </p15:clr>
        </p15:guide>
        <p15:guide id="2" pos="2925" userDrawn="1">
          <p15:clr>
            <a:srgbClr val="FBAE40"/>
          </p15:clr>
        </p15:guide>
        <p15:guide id="4" orient="horz" pos="2655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2513C-4A6E-B04D-BC3A-F92D9569916B}" type="datetime4">
              <a:rPr lang="de-CH" smtClean="0"/>
              <a:t>2. Februar 2026</a:t>
            </a:fld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872841A-261C-904D-89C3-31866CF66781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Bildplatzhalter 8"/>
          <p:cNvSpPr>
            <a:spLocks noGrp="1"/>
          </p:cNvSpPr>
          <p:nvPr>
            <p:ph type="pic" sz="quarter" idx="13"/>
          </p:nvPr>
        </p:nvSpPr>
        <p:spPr>
          <a:xfrm>
            <a:off x="4643188" y="1289305"/>
            <a:ext cx="3960812" cy="2901696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8" name="Textplatzhalt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4643438" y="4305299"/>
            <a:ext cx="3960812" cy="19526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10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Bildunterschrift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5"/>
          </p:nvPr>
        </p:nvSpPr>
        <p:spPr>
          <a:xfrm>
            <a:off x="540000" y="1289305"/>
            <a:ext cx="3960812" cy="2901696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Textplatzhalt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540000" y="4305299"/>
            <a:ext cx="3960812" cy="195263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10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Bildunterschrift</a:t>
            </a:r>
          </a:p>
        </p:txBody>
      </p:sp>
      <p:sp>
        <p:nvSpPr>
          <p:cNvPr id="11" name="Titelplatzhalter 11">
            <a:extLst>
              <a:ext uri="{FF2B5EF4-FFF2-40B4-BE49-F238E27FC236}">
                <a16:creationId xmlns:a16="http://schemas.microsoft.com/office/drawing/2014/main" id="{B10E5BFE-6964-4B5C-80CC-9682F518B2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246888"/>
            <a:ext cx="7145338" cy="6881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CH" dirty="0" err="1"/>
              <a:t>Mastertitelformat</a:t>
            </a:r>
            <a:r>
              <a:rPr lang="fr-CH" dirty="0"/>
              <a:t> </a:t>
            </a:r>
            <a:r>
              <a:rPr lang="fr-CH" dirty="0" err="1"/>
              <a:t>bearbeiten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999906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 -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7F071-8131-F448-9A55-FB38191D1720}" type="datetime4">
              <a:rPr lang="de-CH" smtClean="0"/>
              <a:t>2. Februar 2026</a:t>
            </a:fld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872841A-261C-904D-89C3-31866CF66781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>
          <a:xfrm>
            <a:off x="540000" y="1289304"/>
            <a:ext cx="3960000" cy="32112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4643999" y="1289304"/>
            <a:ext cx="3960000" cy="32112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Titelplatzhalter 11">
            <a:extLst>
              <a:ext uri="{FF2B5EF4-FFF2-40B4-BE49-F238E27FC236}">
                <a16:creationId xmlns:a16="http://schemas.microsoft.com/office/drawing/2014/main" id="{24412622-2C5E-436D-9404-F263C71647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246888"/>
            <a:ext cx="7145338" cy="6881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CH" dirty="0" err="1"/>
              <a:t>Mastertitelformat</a:t>
            </a:r>
            <a:r>
              <a:rPr lang="fr-CH" dirty="0"/>
              <a:t> </a:t>
            </a:r>
            <a:r>
              <a:rPr lang="fr-CH" dirty="0" err="1"/>
              <a:t>bearbeiten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479735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36" userDrawn="1">
          <p15:clr>
            <a:srgbClr val="FBAE40"/>
          </p15:clr>
        </p15:guide>
        <p15:guide id="2" pos="2925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73A8D-9FC8-844E-80E1-C4D4B2631D71}" type="datetime4">
              <a:rPr lang="de-CH" smtClean="0"/>
              <a:t>2. Februar 2026</a:t>
            </a:fld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872841A-261C-904D-89C3-31866CF66781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539750" y="1289050"/>
            <a:ext cx="8064500" cy="2498090"/>
          </a:xfrm>
          <a:prstGeom prst="rect">
            <a:avLst/>
          </a:prstGeom>
        </p:spPr>
        <p:txBody>
          <a:bodyPr/>
          <a:lstStyle>
            <a:lvl1pPr marL="171450" marR="0" indent="-171450" algn="ctr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1" i="1"/>
            </a:lvl1pPr>
          </a:lstStyle>
          <a:p>
            <a:pPr marL="171450" marR="0" lvl="0" indent="-17145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«</a:t>
            </a:r>
            <a:r>
              <a:rPr lang="en-US" dirty="0" err="1"/>
              <a:t>Zitat</a:t>
            </a:r>
            <a:r>
              <a:rPr lang="en-US" dirty="0"/>
              <a:t>.»</a:t>
            </a:r>
          </a:p>
          <a:p>
            <a:pPr marL="171450" marR="0" lvl="0" indent="-17145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11" name="Textplatzhalter 6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4069137"/>
            <a:ext cx="8064500" cy="190443"/>
          </a:xfrm>
          <a:prstGeom prst="rect">
            <a:avLst/>
          </a:prstGeom>
        </p:spPr>
        <p:txBody>
          <a:bodyPr>
            <a:noAutofit/>
          </a:bodyPr>
          <a:lstStyle>
            <a:lvl1pPr marL="171450" marR="0" indent="-17145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 marL="171450" marR="0" lvl="0" indent="-17145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Autor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756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rstellung Refer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9B838-3E90-8048-880C-2FFF27197E25}" type="datetime4">
              <a:rPr lang="de-CH" smtClean="0"/>
              <a:t>2. Februar 2026</a:t>
            </a:fld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2841A-261C-904D-89C3-31866CF66781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3B78D8A-4592-4C4A-8E43-6A8AC9D239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935831"/>
            <a:ext cx="3960000" cy="324246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7FD59A3-D325-4103-BD73-7C2BC95B94F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43438" y="933450"/>
            <a:ext cx="3960561" cy="3242550"/>
          </a:xfrm>
          <a:solidFill>
            <a:schemeClr val="bg2"/>
          </a:solidFill>
        </p:spPr>
        <p:txBody>
          <a:bodyPr lIns="72000" anchor="ctr"/>
          <a:lstStyle>
            <a:lvl1pPr algn="ctr">
              <a:defRPr b="1"/>
            </a:lvl1pPr>
            <a:lvl2pPr algn="ctr">
              <a:defRPr b="0"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 dirty="0"/>
              <a:t>Name / Titel / Funktion</a:t>
            </a:r>
          </a:p>
          <a:p>
            <a:pPr lvl="1"/>
            <a:r>
              <a:rPr lang="de-DE" dirty="0"/>
              <a:t>Zweite Ebene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6" userDrawn="1">
          <p15:clr>
            <a:srgbClr val="FBAE40"/>
          </p15:clr>
        </p15:guide>
        <p15:guide id="2" pos="2925" userDrawn="1">
          <p15:clr>
            <a:srgbClr val="FBAE40"/>
          </p15:clr>
        </p15:guide>
        <p15:guide id="3" orient="horz" pos="263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lie Dan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C7D51E9-BD75-4CD5-90C3-B888956D953B}"/>
              </a:ext>
            </a:extLst>
          </p:cNvPr>
          <p:cNvSpPr/>
          <p:nvPr userDrawn="1"/>
        </p:nvSpPr>
        <p:spPr>
          <a:xfrm>
            <a:off x="0" y="0"/>
            <a:ext cx="1786411" cy="5151120"/>
          </a:xfrm>
          <a:prstGeom prst="rect">
            <a:avLst/>
          </a:prstGeom>
          <a:solidFill>
            <a:srgbClr val="AFCA0A"/>
          </a:solidFill>
          <a:ln>
            <a:solidFill>
              <a:srgbClr val="AFCA0A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B905A2-0AE1-4AED-A7DF-1E536294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2EF3A708-6A7D-CF40-8F96-533D942153E5}" type="datetime4">
              <a:rPr lang="de-CH" smtClean="0"/>
              <a:pPr/>
              <a:t>2. Februar 2026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6E2EA4-08A3-4789-B834-1CA9E99BCA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0872841A-261C-904D-89C3-31866CF66781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6236AB9-0CB1-4900-99D6-013DCE47F4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41220" y="944975"/>
            <a:ext cx="6464618" cy="688150"/>
          </a:xfrm>
        </p:spPr>
        <p:txBody>
          <a:bodyPr/>
          <a:lstStyle>
            <a:lvl1pPr algn="ctr">
              <a:defRPr sz="3600" cap="none" baseline="0"/>
            </a:lvl1pPr>
          </a:lstStyle>
          <a:p>
            <a:r>
              <a:rPr lang="de-CH" dirty="0"/>
              <a:t>Grazia-Grazie-Danke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E487AFF-4BF7-4C36-A03B-45DD804B7C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19675" y="2781300"/>
            <a:ext cx="3584574" cy="1719263"/>
          </a:xfrm>
        </p:spPr>
        <p:txBody>
          <a:bodyPr anchor="b"/>
          <a:lstStyle>
            <a:lvl1pPr algn="r">
              <a:lnSpc>
                <a:spcPts val="1500"/>
              </a:lnSpc>
              <a:spcBef>
                <a:spcPts val="0"/>
              </a:spcBef>
              <a:defRPr sz="1000"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 dirty="0" err="1"/>
              <a:t>Mastertextformat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3ED8108-0BA0-4CF6-91DE-7820D024A0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9933" y="282219"/>
            <a:ext cx="827228" cy="388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2412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Cla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6"/>
          <p:cNvSpPr/>
          <p:nvPr userDrawn="1"/>
        </p:nvSpPr>
        <p:spPr>
          <a:xfrm>
            <a:off x="3901440" y="0"/>
            <a:ext cx="5242560" cy="3383280"/>
          </a:xfrm>
          <a:custGeom>
            <a:avLst/>
            <a:gdLst>
              <a:gd name="connsiteX0" fmla="*/ 0 w 5234940"/>
              <a:gd name="connsiteY0" fmla="*/ 0 h 2574000"/>
              <a:gd name="connsiteX1" fmla="*/ 5234940 w 5234940"/>
              <a:gd name="connsiteY1" fmla="*/ 0 h 2574000"/>
              <a:gd name="connsiteX2" fmla="*/ 5234940 w 5234940"/>
              <a:gd name="connsiteY2" fmla="*/ 2574000 h 2574000"/>
              <a:gd name="connsiteX3" fmla="*/ 0 w 5234940"/>
              <a:gd name="connsiteY3" fmla="*/ 2574000 h 2574000"/>
              <a:gd name="connsiteX4" fmla="*/ 0 w 5234940"/>
              <a:gd name="connsiteY4" fmla="*/ 0 h 2574000"/>
              <a:gd name="connsiteX0" fmla="*/ 0 w 5242560"/>
              <a:gd name="connsiteY0" fmla="*/ 0 h 3488400"/>
              <a:gd name="connsiteX1" fmla="*/ 5234940 w 5242560"/>
              <a:gd name="connsiteY1" fmla="*/ 0 h 3488400"/>
              <a:gd name="connsiteX2" fmla="*/ 5242560 w 5242560"/>
              <a:gd name="connsiteY2" fmla="*/ 3488400 h 3488400"/>
              <a:gd name="connsiteX3" fmla="*/ 0 w 5242560"/>
              <a:gd name="connsiteY3" fmla="*/ 2574000 h 3488400"/>
              <a:gd name="connsiteX4" fmla="*/ 0 w 5242560"/>
              <a:gd name="connsiteY4" fmla="*/ 0 h 3488400"/>
              <a:gd name="connsiteX0" fmla="*/ 0 w 5242560"/>
              <a:gd name="connsiteY0" fmla="*/ 0 h 3488400"/>
              <a:gd name="connsiteX1" fmla="*/ 5234940 w 5242560"/>
              <a:gd name="connsiteY1" fmla="*/ 0 h 3488400"/>
              <a:gd name="connsiteX2" fmla="*/ 5242560 w 5242560"/>
              <a:gd name="connsiteY2" fmla="*/ 3488400 h 3488400"/>
              <a:gd name="connsiteX3" fmla="*/ 0 w 5242560"/>
              <a:gd name="connsiteY3" fmla="*/ 2444460 h 3488400"/>
              <a:gd name="connsiteX4" fmla="*/ 0 w 5242560"/>
              <a:gd name="connsiteY4" fmla="*/ 0 h 348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42560" h="3488400">
                <a:moveTo>
                  <a:pt x="0" y="0"/>
                </a:moveTo>
                <a:lnTo>
                  <a:pt x="5234940" y="0"/>
                </a:lnTo>
                <a:lnTo>
                  <a:pt x="5242560" y="3488400"/>
                </a:lnTo>
                <a:lnTo>
                  <a:pt x="0" y="244446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Rechteck 7"/>
          <p:cNvSpPr/>
          <p:nvPr userDrawn="1"/>
        </p:nvSpPr>
        <p:spPr>
          <a:xfrm>
            <a:off x="3383280" y="2103120"/>
            <a:ext cx="5760720" cy="3040380"/>
          </a:xfrm>
          <a:custGeom>
            <a:avLst/>
            <a:gdLst>
              <a:gd name="connsiteX0" fmla="*/ 0 w 5760720"/>
              <a:gd name="connsiteY0" fmla="*/ 0 h 2574000"/>
              <a:gd name="connsiteX1" fmla="*/ 5760720 w 5760720"/>
              <a:gd name="connsiteY1" fmla="*/ 0 h 2574000"/>
              <a:gd name="connsiteX2" fmla="*/ 5760720 w 5760720"/>
              <a:gd name="connsiteY2" fmla="*/ 2574000 h 2574000"/>
              <a:gd name="connsiteX3" fmla="*/ 0 w 5760720"/>
              <a:gd name="connsiteY3" fmla="*/ 2574000 h 2574000"/>
              <a:gd name="connsiteX4" fmla="*/ 0 w 5760720"/>
              <a:gd name="connsiteY4" fmla="*/ 0 h 2574000"/>
              <a:gd name="connsiteX0" fmla="*/ 0 w 5760720"/>
              <a:gd name="connsiteY0" fmla="*/ 0 h 2574000"/>
              <a:gd name="connsiteX1" fmla="*/ 5760720 w 5760720"/>
              <a:gd name="connsiteY1" fmla="*/ 891540 h 2574000"/>
              <a:gd name="connsiteX2" fmla="*/ 5760720 w 5760720"/>
              <a:gd name="connsiteY2" fmla="*/ 2574000 h 2574000"/>
              <a:gd name="connsiteX3" fmla="*/ 0 w 5760720"/>
              <a:gd name="connsiteY3" fmla="*/ 2574000 h 2574000"/>
              <a:gd name="connsiteX4" fmla="*/ 0 w 5760720"/>
              <a:gd name="connsiteY4" fmla="*/ 0 h 2574000"/>
              <a:gd name="connsiteX0" fmla="*/ 22860 w 5760720"/>
              <a:gd name="connsiteY0" fmla="*/ 0 h 2977860"/>
              <a:gd name="connsiteX1" fmla="*/ 5760720 w 5760720"/>
              <a:gd name="connsiteY1" fmla="*/ 1295400 h 2977860"/>
              <a:gd name="connsiteX2" fmla="*/ 5760720 w 5760720"/>
              <a:gd name="connsiteY2" fmla="*/ 2977860 h 2977860"/>
              <a:gd name="connsiteX3" fmla="*/ 0 w 5760720"/>
              <a:gd name="connsiteY3" fmla="*/ 2977860 h 2977860"/>
              <a:gd name="connsiteX4" fmla="*/ 22860 w 5760720"/>
              <a:gd name="connsiteY4" fmla="*/ 0 h 2977860"/>
              <a:gd name="connsiteX0" fmla="*/ 22860 w 5760720"/>
              <a:gd name="connsiteY0" fmla="*/ 0 h 2977860"/>
              <a:gd name="connsiteX1" fmla="*/ 5760720 w 5760720"/>
              <a:gd name="connsiteY1" fmla="*/ 1577970 h 2977860"/>
              <a:gd name="connsiteX2" fmla="*/ 5760720 w 5760720"/>
              <a:gd name="connsiteY2" fmla="*/ 2977860 h 2977860"/>
              <a:gd name="connsiteX3" fmla="*/ 0 w 5760720"/>
              <a:gd name="connsiteY3" fmla="*/ 2977860 h 2977860"/>
              <a:gd name="connsiteX4" fmla="*/ 22860 w 5760720"/>
              <a:gd name="connsiteY4" fmla="*/ 0 h 2977860"/>
              <a:gd name="connsiteX0" fmla="*/ 22860 w 5760720"/>
              <a:gd name="connsiteY0" fmla="*/ 0 h 2977860"/>
              <a:gd name="connsiteX1" fmla="*/ 5760720 w 5760720"/>
              <a:gd name="connsiteY1" fmla="*/ 1389590 h 2977860"/>
              <a:gd name="connsiteX2" fmla="*/ 5760720 w 5760720"/>
              <a:gd name="connsiteY2" fmla="*/ 2977860 h 2977860"/>
              <a:gd name="connsiteX3" fmla="*/ 0 w 5760720"/>
              <a:gd name="connsiteY3" fmla="*/ 2977860 h 2977860"/>
              <a:gd name="connsiteX4" fmla="*/ 22860 w 5760720"/>
              <a:gd name="connsiteY4" fmla="*/ 0 h 2977860"/>
              <a:gd name="connsiteX0" fmla="*/ 30480 w 5760720"/>
              <a:gd name="connsiteY0" fmla="*/ 0 h 2700378"/>
              <a:gd name="connsiteX1" fmla="*/ 5760720 w 5760720"/>
              <a:gd name="connsiteY1" fmla="*/ 1112108 h 2700378"/>
              <a:gd name="connsiteX2" fmla="*/ 5760720 w 5760720"/>
              <a:gd name="connsiteY2" fmla="*/ 2700378 h 2700378"/>
              <a:gd name="connsiteX3" fmla="*/ 0 w 5760720"/>
              <a:gd name="connsiteY3" fmla="*/ 2700378 h 2700378"/>
              <a:gd name="connsiteX4" fmla="*/ 30480 w 5760720"/>
              <a:gd name="connsiteY4" fmla="*/ 0 h 2700378"/>
              <a:gd name="connsiteX0" fmla="*/ 30480 w 5760720"/>
              <a:gd name="connsiteY0" fmla="*/ 0 h 2700378"/>
              <a:gd name="connsiteX1" fmla="*/ 5760720 w 5760720"/>
              <a:gd name="connsiteY1" fmla="*/ 983519 h 2700378"/>
              <a:gd name="connsiteX2" fmla="*/ 5760720 w 5760720"/>
              <a:gd name="connsiteY2" fmla="*/ 2700378 h 2700378"/>
              <a:gd name="connsiteX3" fmla="*/ 0 w 5760720"/>
              <a:gd name="connsiteY3" fmla="*/ 2700378 h 2700378"/>
              <a:gd name="connsiteX4" fmla="*/ 30480 w 5760720"/>
              <a:gd name="connsiteY4" fmla="*/ 0 h 2700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720" h="2700378">
                <a:moveTo>
                  <a:pt x="30480" y="0"/>
                </a:moveTo>
                <a:lnTo>
                  <a:pt x="5760720" y="983519"/>
                </a:lnTo>
                <a:lnTo>
                  <a:pt x="5760720" y="2700378"/>
                </a:lnTo>
                <a:lnTo>
                  <a:pt x="0" y="2700378"/>
                </a:lnTo>
                <a:lnTo>
                  <a:pt x="3048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8"/>
          <p:cNvSpPr/>
          <p:nvPr userDrawn="1"/>
        </p:nvSpPr>
        <p:spPr>
          <a:xfrm>
            <a:off x="0" y="0"/>
            <a:ext cx="5356860" cy="5143500"/>
          </a:xfrm>
          <a:custGeom>
            <a:avLst/>
            <a:gdLst>
              <a:gd name="connsiteX0" fmla="*/ 0 w 3772800"/>
              <a:gd name="connsiteY0" fmla="*/ 0 h 5143500"/>
              <a:gd name="connsiteX1" fmla="*/ 3772800 w 3772800"/>
              <a:gd name="connsiteY1" fmla="*/ 0 h 5143500"/>
              <a:gd name="connsiteX2" fmla="*/ 3772800 w 3772800"/>
              <a:gd name="connsiteY2" fmla="*/ 5143500 h 5143500"/>
              <a:gd name="connsiteX3" fmla="*/ 0 w 3772800"/>
              <a:gd name="connsiteY3" fmla="*/ 5143500 h 5143500"/>
              <a:gd name="connsiteX4" fmla="*/ 0 w 3772800"/>
              <a:gd name="connsiteY4" fmla="*/ 0 h 5143500"/>
              <a:gd name="connsiteX0" fmla="*/ 0 w 5443200"/>
              <a:gd name="connsiteY0" fmla="*/ 0 h 5143500"/>
              <a:gd name="connsiteX1" fmla="*/ 5443200 w 5443200"/>
              <a:gd name="connsiteY1" fmla="*/ 0 h 5143500"/>
              <a:gd name="connsiteX2" fmla="*/ 3772800 w 5443200"/>
              <a:gd name="connsiteY2" fmla="*/ 5143500 h 5143500"/>
              <a:gd name="connsiteX3" fmla="*/ 0 w 5443200"/>
              <a:gd name="connsiteY3" fmla="*/ 5143500 h 5143500"/>
              <a:gd name="connsiteX4" fmla="*/ 0 w 5443200"/>
              <a:gd name="connsiteY4" fmla="*/ 0 h 5143500"/>
              <a:gd name="connsiteX0" fmla="*/ 0 w 5443200"/>
              <a:gd name="connsiteY0" fmla="*/ 0 h 5143500"/>
              <a:gd name="connsiteX1" fmla="*/ 5443200 w 5443200"/>
              <a:gd name="connsiteY1" fmla="*/ 0 h 5143500"/>
              <a:gd name="connsiteX2" fmla="*/ 3822891 w 5443200"/>
              <a:gd name="connsiteY2" fmla="*/ 5143500 h 5143500"/>
              <a:gd name="connsiteX3" fmla="*/ 0 w 5443200"/>
              <a:gd name="connsiteY3" fmla="*/ 5143500 h 5143500"/>
              <a:gd name="connsiteX4" fmla="*/ 0 w 5443200"/>
              <a:gd name="connsiteY4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43200" h="5143500">
                <a:moveTo>
                  <a:pt x="0" y="0"/>
                </a:moveTo>
                <a:lnTo>
                  <a:pt x="5443200" y="0"/>
                </a:lnTo>
                <a:lnTo>
                  <a:pt x="3822891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1" name="Bild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820" y="1255304"/>
            <a:ext cx="4655820" cy="238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895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2A88D15-B4C3-4F03-8FC7-4BD7D831BB27}"/>
              </a:ext>
            </a:extLst>
          </p:cNvPr>
          <p:cNvSpPr/>
          <p:nvPr userDrawn="1"/>
        </p:nvSpPr>
        <p:spPr>
          <a:xfrm>
            <a:off x="8048625" y="-2382"/>
            <a:ext cx="1095375" cy="937420"/>
          </a:xfrm>
          <a:custGeom>
            <a:avLst/>
            <a:gdLst>
              <a:gd name="connsiteX0" fmla="*/ 0 w 981075"/>
              <a:gd name="connsiteY0" fmla="*/ 0 h 937420"/>
              <a:gd name="connsiteX1" fmla="*/ 981075 w 981075"/>
              <a:gd name="connsiteY1" fmla="*/ 0 h 937420"/>
              <a:gd name="connsiteX2" fmla="*/ 981075 w 981075"/>
              <a:gd name="connsiteY2" fmla="*/ 937420 h 937420"/>
              <a:gd name="connsiteX3" fmla="*/ 0 w 981075"/>
              <a:gd name="connsiteY3" fmla="*/ 937420 h 937420"/>
              <a:gd name="connsiteX4" fmla="*/ 0 w 981075"/>
              <a:gd name="connsiteY4" fmla="*/ 0 h 937420"/>
              <a:gd name="connsiteX0" fmla="*/ 114300 w 1095375"/>
              <a:gd name="connsiteY0" fmla="*/ 0 h 937420"/>
              <a:gd name="connsiteX1" fmla="*/ 1095375 w 1095375"/>
              <a:gd name="connsiteY1" fmla="*/ 0 h 937420"/>
              <a:gd name="connsiteX2" fmla="*/ 1095375 w 1095375"/>
              <a:gd name="connsiteY2" fmla="*/ 937420 h 937420"/>
              <a:gd name="connsiteX3" fmla="*/ 0 w 1095375"/>
              <a:gd name="connsiteY3" fmla="*/ 665957 h 937420"/>
              <a:gd name="connsiteX4" fmla="*/ 114300 w 1095375"/>
              <a:gd name="connsiteY4" fmla="*/ 0 h 937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5375" h="937420">
                <a:moveTo>
                  <a:pt x="114300" y="0"/>
                </a:moveTo>
                <a:lnTo>
                  <a:pt x="1095375" y="0"/>
                </a:lnTo>
                <a:lnTo>
                  <a:pt x="1095375" y="937420"/>
                </a:lnTo>
                <a:lnTo>
                  <a:pt x="0" y="665957"/>
                </a:lnTo>
                <a:lnTo>
                  <a:pt x="1143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000" y="4788862"/>
            <a:ext cx="2057400" cy="14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2EF3A708-6A7D-CF40-8F96-533D942153E5}" type="datetime4">
              <a:rPr lang="de-CH" smtClean="0"/>
              <a:t>2. Februar 2026</a:t>
            </a:fld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46850" y="4788862"/>
            <a:ext cx="2057400" cy="14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0872841A-261C-904D-89C3-31866CF66781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02D9ADD-1D28-4E11-A621-98F3CF653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289304"/>
            <a:ext cx="8064250" cy="321125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4"/>
            <a:endParaRPr lang="fr-CH" dirty="0"/>
          </a:p>
        </p:txBody>
      </p:sp>
      <p:sp>
        <p:nvSpPr>
          <p:cNvPr id="12" name="Titelplatzhalter 11">
            <a:extLst>
              <a:ext uri="{FF2B5EF4-FFF2-40B4-BE49-F238E27FC236}">
                <a16:creationId xmlns:a16="http://schemas.microsoft.com/office/drawing/2014/main" id="{063ECE47-62B8-4DE4-9DE3-A822A536C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246888"/>
            <a:ext cx="8065838" cy="6881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fr-CH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5352285-38A2-49A2-81E0-53230F32935E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265319" y="156058"/>
            <a:ext cx="778670" cy="36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881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67" r:id="rId2"/>
    <p:sldLayoutId id="2147483662" r:id="rId3"/>
    <p:sldLayoutId id="2147483680" r:id="rId4"/>
    <p:sldLayoutId id="2147483673" r:id="rId5"/>
    <p:sldLayoutId id="2147483681" r:id="rId6"/>
    <p:sldLayoutId id="2147483664" r:id="rId7"/>
    <p:sldLayoutId id="2147483675" r:id="rId8"/>
    <p:sldLayoutId id="2147483674" r:id="rId9"/>
    <p:sldLayoutId id="2147483672" r:id="rId10"/>
    <p:sldLayoutId id="2147483665" r:id="rId11"/>
    <p:sldLayoutId id="2147483683" r:id="rId12"/>
    <p:sldLayoutId id="2147483678" r:id="rId13"/>
  </p:sldLayoutIdLst>
  <p:hf hdr="0" ftr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400" b="1" kern="1200" cap="all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750"/>
        </a:spcBef>
        <a:buFontTx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Tx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-180000" algn="l" defTabSz="6858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6858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685800" rtl="0" eaLnBrk="1" latinLnBrk="0" hangingPunct="1">
        <a:lnSpc>
          <a:spcPct val="100000"/>
        </a:lnSpc>
        <a:spcBef>
          <a:spcPts val="0"/>
        </a:spcBef>
        <a:buFontTx/>
        <a:buNone/>
        <a:defRPr sz="1500" b="1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6858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685800" rtl="0" eaLnBrk="1" latinLnBrk="0" hangingPunct="1">
        <a:lnSpc>
          <a:spcPct val="100000"/>
        </a:lnSpc>
        <a:spcBef>
          <a:spcPts val="0"/>
        </a:spcBef>
        <a:buFontTx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7pPr>
      <a:lvl8pPr marL="180000" indent="-180000" algn="l" defTabSz="6858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" indent="-180000" algn="l" defTabSz="6858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39" userDrawn="1">
          <p15:clr>
            <a:srgbClr val="F26B43"/>
          </p15:clr>
        </p15:guide>
        <p15:guide id="2" pos="5421" userDrawn="1">
          <p15:clr>
            <a:srgbClr val="F26B43"/>
          </p15:clr>
        </p15:guide>
        <p15:guide id="3" orient="horz" pos="812" userDrawn="1">
          <p15:clr>
            <a:srgbClr val="F26B43"/>
          </p15:clr>
        </p15:guide>
        <p15:guide id="4" orient="horz" pos="2837" userDrawn="1">
          <p15:clr>
            <a:srgbClr val="F26B43"/>
          </p15:clr>
        </p15:guide>
        <p15:guide id="5" orient="horz" pos="58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platzhalter 3">
            <a:extLst>
              <a:ext uri="{FF2B5EF4-FFF2-40B4-BE49-F238E27FC236}">
                <a16:creationId xmlns:a16="http://schemas.microsoft.com/office/drawing/2014/main" id="{F8A33D83-CCEE-4FC1-A056-92C7196AE4BC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/>
          <a:srcRect l="9828" r="9828"/>
          <a:stretch/>
        </p:blipFill>
        <p:spPr>
          <a:xfrm>
            <a:off x="1785938" y="0"/>
            <a:ext cx="7358062" cy="5151438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8131C11-E22B-40C7-A6C2-A90A0EDC8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Modul 335</a:t>
            </a:r>
            <a:br>
              <a:rPr lang="de-DE" dirty="0"/>
            </a:br>
            <a:r>
              <a:rPr lang="de-DE" dirty="0"/>
              <a:t>Möglichkeiten zur Entwicklung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DEE01-A75B-4AC4-8E36-8AD082F0A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3A708-6A7D-CF40-8F96-533D942153E5}" type="datetime4">
              <a:rPr lang="de-CH" smtClean="0"/>
              <a:pPr/>
              <a:t>2. Februar 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0DC889-08FE-4EDD-A779-DB9D085BC1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872841A-261C-904D-89C3-31866CF66781}" type="slidenum">
              <a:rPr lang="de-DE" smtClean="0"/>
              <a:pPr/>
              <a:t>1</a:t>
            </a:fld>
            <a:endParaRPr lang="de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3D5528C-7120-42FE-B992-FC56CED3E3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Ort, Datum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DC0E79-2157-4238-90B0-5C0F5ECEB7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André Schmid</a:t>
            </a:r>
          </a:p>
        </p:txBody>
      </p:sp>
    </p:spTree>
    <p:extLst>
      <p:ext uri="{BB962C8B-B14F-4D97-AF65-F5344CB8AC3E}">
        <p14:creationId xmlns:p14="http://schemas.microsoft.com/office/powerpoint/2010/main" val="2469142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EB9A83-9EDA-4EE5-9A85-26FD993BC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289304"/>
            <a:ext cx="8064250" cy="3211258"/>
          </a:xfrm>
        </p:spPr>
        <p:txBody>
          <a:bodyPr/>
          <a:lstStyle/>
          <a:p>
            <a:pPr lvl="2"/>
            <a:r>
              <a:rPr lang="de-DE" dirty="0"/>
              <a:t>Unterschied Native/Hybrid</a:t>
            </a:r>
          </a:p>
          <a:p>
            <a:pPr lvl="2"/>
            <a:r>
              <a:rPr lang="de-DE" dirty="0"/>
              <a:t>Überblick Native</a:t>
            </a:r>
          </a:p>
          <a:p>
            <a:pPr lvl="2"/>
            <a:r>
              <a:rPr lang="de-DE" dirty="0"/>
              <a:t>Überblick Hybrid</a:t>
            </a:r>
          </a:p>
          <a:p>
            <a:pPr lvl="2"/>
            <a:r>
              <a:rPr lang="de-CH" dirty="0"/>
              <a:t>Android</a:t>
            </a:r>
          </a:p>
          <a:p>
            <a:pPr lvl="2"/>
            <a:r>
              <a:rPr lang="de-CH" dirty="0"/>
              <a:t>IOS</a:t>
            </a:r>
          </a:p>
          <a:p>
            <a:pPr lvl="2"/>
            <a:r>
              <a:rPr lang="de-CH" dirty="0"/>
              <a:t>Hybrid</a:t>
            </a:r>
          </a:p>
          <a:p>
            <a:pPr lvl="2"/>
            <a:r>
              <a:rPr lang="de-CH" dirty="0"/>
              <a:t>Hybridframeworks</a:t>
            </a:r>
          </a:p>
          <a:p>
            <a:pPr lvl="2"/>
            <a:endParaRPr lang="de-CH" dirty="0"/>
          </a:p>
          <a:p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04C4E80-F585-4F4C-9169-241F861DBB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000" y="4788862"/>
            <a:ext cx="2057400" cy="144000"/>
          </a:xfrm>
        </p:spPr>
        <p:txBody>
          <a:bodyPr/>
          <a:lstStyle/>
          <a:p>
            <a:fld id="{E1156314-8B27-9F4F-96FC-7A7DFD3AF963}" type="datetime4">
              <a:rPr lang="de-CH" smtClean="0"/>
              <a:pPr/>
              <a:t>2. Februar 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111D3CC-11C9-4C9A-8DDA-8E3C73CAF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46850" y="4788862"/>
            <a:ext cx="2057400" cy="144000"/>
          </a:xfrm>
        </p:spPr>
        <p:txBody>
          <a:bodyPr/>
          <a:lstStyle/>
          <a:p>
            <a:fld id="{0872841A-261C-904D-89C3-31866CF66781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A9D0772-1F2F-4A81-8B51-17D5D63F1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246888"/>
            <a:ext cx="8065838" cy="688150"/>
          </a:xfrm>
        </p:spPr>
        <p:txBody>
          <a:bodyPr/>
          <a:lstStyle/>
          <a:p>
            <a:r>
              <a:rPr lang="de-CH" dirty="0"/>
              <a:t>Inhalt / Programm</a:t>
            </a:r>
          </a:p>
        </p:txBody>
      </p:sp>
    </p:spTree>
    <p:extLst>
      <p:ext uri="{BB962C8B-B14F-4D97-AF65-F5344CB8AC3E}">
        <p14:creationId xmlns:p14="http://schemas.microsoft.com/office/powerpoint/2010/main" val="167718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6E76DDB-4842-2B02-9F28-C77391D67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7F071-8131-F448-9A55-FB38191D1720}" type="datetime4">
              <a:rPr lang="de-CH" smtClean="0"/>
              <a:t>2. Februar 2026</a:t>
            </a:fld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ACC01BF-CB26-9CDA-A532-E1AD37CA28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872841A-261C-904D-89C3-31866CF66781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0705CBD-153C-D192-ACB2-CCE783BB8B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b="1" dirty="0"/>
              <a:t>Native: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Wird spezifisch für ein bestimmtes Betriebssystem entwickelt.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Es wird in der Regel die Selbe Programmiersprache verwendet in der das Betriebssystem programmiert ist.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1F36D12-AD00-1806-DE22-CB541DBCE26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b="1" dirty="0"/>
              <a:t>Hybrid: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Eine Codebasis kann für mehrere Betriebssysteme verwendet werden.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Kann nur mithilfe von Frameworks umgesetzt werden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Es können </a:t>
            </a:r>
            <a:r>
              <a:rPr lang="de-DE" dirty="0" err="1"/>
              <a:t>morderne</a:t>
            </a:r>
            <a:r>
              <a:rPr lang="de-DE" dirty="0"/>
              <a:t> Frameworks verwendet werden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7C8D091-42B9-5E7A-C9B4-9DE84F6D0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Unterschied Native/Hybrid</a:t>
            </a:r>
          </a:p>
        </p:txBody>
      </p:sp>
    </p:spTree>
    <p:extLst>
      <p:ext uri="{BB962C8B-B14F-4D97-AF65-F5344CB8AC3E}">
        <p14:creationId xmlns:p14="http://schemas.microsoft.com/office/powerpoint/2010/main" val="4212076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2616024-70A7-07FC-D567-D774C55F0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7F071-8131-F448-9A55-FB38191D1720}" type="datetime4">
              <a:rPr lang="de-CH" smtClean="0"/>
              <a:t>2. Februar 2026</a:t>
            </a:fld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8D855D1-CDE4-DEA0-AAE1-DA3822351A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872841A-261C-904D-89C3-31866CF66781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7020D9A-007C-9652-7580-D0B1B3E993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Performanter, besonders bei Rechenintensiven Apps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Direkter Zugriff auf APIs des Betriebssystems (um Hardwarekomponenten anzusprechen etc.)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9D8B575-1B5E-3403-E368-941C3528E99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de-DE" b="1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BCDA07A-EDAE-8FC9-CA08-7BBEBF067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Vorteile Native</a:t>
            </a:r>
          </a:p>
        </p:txBody>
      </p:sp>
    </p:spTree>
    <p:extLst>
      <p:ext uri="{BB962C8B-B14F-4D97-AF65-F5344CB8AC3E}">
        <p14:creationId xmlns:p14="http://schemas.microsoft.com/office/powerpoint/2010/main" val="2599065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2616024-70A7-07FC-D567-D774C55F0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7F071-8131-F448-9A55-FB38191D1720}" type="datetime4">
              <a:rPr lang="de-CH" smtClean="0"/>
              <a:t>2. Februar 2026</a:t>
            </a:fld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8D855D1-CDE4-DEA0-AAE1-DA3822351A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872841A-261C-904D-89C3-31866CF66781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7020D9A-007C-9652-7580-D0B1B3E993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Nur eine Codebasis für mehrere Betriebssysteme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In der Regel deutlich schneller zum entwickeln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Offener bei der Entwicklung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Modernerer Ansatz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9D8B575-1B5E-3403-E368-941C3528E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46849" y="1127234"/>
            <a:ext cx="2057149" cy="3373329"/>
          </a:xfrm>
        </p:spPr>
        <p:txBody>
          <a:bodyPr/>
          <a:lstStyle/>
          <a:p>
            <a:endParaRPr lang="de-DE" b="1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BCDA07A-EDAE-8FC9-CA08-7BBEBF067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Vorteile Hybrid</a:t>
            </a:r>
          </a:p>
        </p:txBody>
      </p:sp>
    </p:spTree>
    <p:extLst>
      <p:ext uri="{BB962C8B-B14F-4D97-AF65-F5344CB8AC3E}">
        <p14:creationId xmlns:p14="http://schemas.microsoft.com/office/powerpoint/2010/main" val="3036968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40000" y="1289304"/>
            <a:ext cx="8064250" cy="321125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Programmiersprachen: </a:t>
            </a:r>
            <a:r>
              <a:rPr lang="de-DE" dirty="0" err="1"/>
              <a:t>Kotlin</a:t>
            </a:r>
            <a:r>
              <a:rPr lang="de-DE" dirty="0"/>
              <a:t> oder Java (C, C++, C#, Python, … auch möglich, aber nicht unbedingt empfohlen)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IDE: Android Studio wird empfohlen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C82D09-3E4E-2341-B28F-DA78A9C88E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000" y="4788862"/>
            <a:ext cx="2057400" cy="144000"/>
          </a:xfrm>
        </p:spPr>
        <p:txBody>
          <a:bodyPr/>
          <a:lstStyle/>
          <a:p>
            <a:fld id="{8A2C9E01-610D-BF45-9C6E-8BC1EE444D2D}" type="datetime4">
              <a:rPr lang="de-CH" smtClean="0"/>
              <a:pPr/>
              <a:t>2. Februar 2026</a:t>
            </a:fld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6546850" y="4788862"/>
            <a:ext cx="2057400" cy="144000"/>
          </a:xfrm>
        </p:spPr>
        <p:txBody>
          <a:bodyPr/>
          <a:lstStyle/>
          <a:p>
            <a:fld id="{0872841A-261C-904D-89C3-31866CF66781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40000" y="246888"/>
            <a:ext cx="8065838" cy="688150"/>
          </a:xfrm>
        </p:spPr>
        <p:txBody>
          <a:bodyPr/>
          <a:lstStyle/>
          <a:p>
            <a:r>
              <a:rPr lang="de-DE" dirty="0" err="1"/>
              <a:t>aNDROID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20807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40000" y="1289304"/>
            <a:ext cx="8064250" cy="321125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Programmiersprachen: Swift (empfohlen) oder </a:t>
            </a:r>
            <a:r>
              <a:rPr lang="de-DE" dirty="0" err="1"/>
              <a:t>Objective</a:t>
            </a:r>
            <a:r>
              <a:rPr lang="de-DE" dirty="0"/>
              <a:t>-C (auch andere sind möglich, aber relativ umständlich)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IDE: </a:t>
            </a:r>
            <a:r>
              <a:rPr lang="de-DE" dirty="0" err="1"/>
              <a:t>Xcode</a:t>
            </a:r>
            <a:r>
              <a:rPr lang="de-DE" dirty="0"/>
              <a:t> wird empfohlen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C82D09-3E4E-2341-B28F-DA78A9C88E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000" y="4788862"/>
            <a:ext cx="2057400" cy="144000"/>
          </a:xfrm>
        </p:spPr>
        <p:txBody>
          <a:bodyPr/>
          <a:lstStyle/>
          <a:p>
            <a:fld id="{8A2C9E01-610D-BF45-9C6E-8BC1EE444D2D}" type="datetime4">
              <a:rPr lang="de-CH" smtClean="0"/>
              <a:pPr/>
              <a:t>2. Februar 2026</a:t>
            </a:fld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6546850" y="4788862"/>
            <a:ext cx="2057400" cy="144000"/>
          </a:xfrm>
        </p:spPr>
        <p:txBody>
          <a:bodyPr/>
          <a:lstStyle/>
          <a:p>
            <a:fld id="{0872841A-261C-904D-89C3-31866CF66781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40000" y="246888"/>
            <a:ext cx="8065838" cy="688150"/>
          </a:xfrm>
        </p:spPr>
        <p:txBody>
          <a:bodyPr/>
          <a:lstStyle/>
          <a:p>
            <a:r>
              <a:rPr lang="de-DE" dirty="0"/>
              <a:t>IOs</a:t>
            </a:r>
          </a:p>
        </p:txBody>
      </p:sp>
    </p:spTree>
    <p:extLst>
      <p:ext uri="{BB962C8B-B14F-4D97-AF65-F5344CB8AC3E}">
        <p14:creationId xmlns:p14="http://schemas.microsoft.com/office/powerpoint/2010/main" val="935640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40000" y="1289304"/>
            <a:ext cx="8064250" cy="321125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Programmiersprachen: von verwendetem Framework abhängig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IDE: ziemlich offen, Visual Studio Code eignet sich meist sehr gut, teilweise Framework eigene Entwicklungsumgebung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Damit der Code in eine installierbare App „umgewandelt“ werden kann wird ein Framework benötigt. (z.B. Ionic, Flutter, React Native, .Net MAUI,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C82D09-3E4E-2341-B28F-DA78A9C88E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000" y="4788862"/>
            <a:ext cx="2057400" cy="144000"/>
          </a:xfrm>
        </p:spPr>
        <p:txBody>
          <a:bodyPr/>
          <a:lstStyle/>
          <a:p>
            <a:fld id="{8A2C9E01-610D-BF45-9C6E-8BC1EE444D2D}" type="datetime4">
              <a:rPr lang="de-CH" smtClean="0"/>
              <a:pPr/>
              <a:t>2. Februar 2026</a:t>
            </a:fld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6546850" y="4788862"/>
            <a:ext cx="2057400" cy="144000"/>
          </a:xfrm>
        </p:spPr>
        <p:txBody>
          <a:bodyPr/>
          <a:lstStyle/>
          <a:p>
            <a:fld id="{0872841A-261C-904D-89C3-31866CF66781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40000" y="246888"/>
            <a:ext cx="8065838" cy="688150"/>
          </a:xfrm>
        </p:spPr>
        <p:txBody>
          <a:bodyPr/>
          <a:lstStyle/>
          <a:p>
            <a:r>
              <a:rPr lang="de-DE" dirty="0"/>
              <a:t>Hybrid</a:t>
            </a:r>
          </a:p>
        </p:txBody>
      </p:sp>
    </p:spTree>
    <p:extLst>
      <p:ext uri="{BB962C8B-B14F-4D97-AF65-F5344CB8AC3E}">
        <p14:creationId xmlns:p14="http://schemas.microsoft.com/office/powerpoint/2010/main" val="2067216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C251C-234E-CD66-3C6C-B77F16C59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25A68B4C-E59B-8EBA-74A6-E1856276C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Straight </a:t>
            </a:r>
            <a:r>
              <a:rPr lang="de-CH" dirty="0" err="1"/>
              <a:t>forward</a:t>
            </a:r>
            <a:r>
              <a:rPr lang="de-CH" dirty="0"/>
              <a:t> für Webentwickler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Web-App in </a:t>
            </a:r>
            <a:r>
              <a:rPr lang="en-US" dirty="0" err="1"/>
              <a:t>einer</a:t>
            </a:r>
            <a:r>
              <a:rPr lang="en-US" dirty="0"/>
              <a:t> WebView (Container </a:t>
            </a:r>
            <a:r>
              <a:rPr lang="en-US" dirty="0" err="1"/>
              <a:t>wie</a:t>
            </a:r>
            <a:r>
              <a:rPr lang="en-US" dirty="0"/>
              <a:t> Capacitor/Cordova)</a:t>
            </a:r>
            <a:endParaRPr lang="de-CH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Nur eine Codebasis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Auf Allen Plattformen wird das gleiche Template angezeigt (keine Konvertierung, kein </a:t>
            </a:r>
            <a:r>
              <a:rPr lang="de-CH" dirty="0" err="1"/>
              <a:t>mapping</a:t>
            </a:r>
            <a:r>
              <a:rPr lang="de-CH" dirty="0"/>
              <a:t>), App fühlt sich daher nicht native 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Schlechtere Performance als native (Container </a:t>
            </a:r>
            <a:r>
              <a:rPr lang="de-CH" dirty="0" err="1"/>
              <a:t>overhead</a:t>
            </a:r>
            <a:r>
              <a:rPr lang="de-CH" dirty="0"/>
              <a:t>)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5657465-E28D-6522-E963-57F7E8A70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56314-8B27-9F4F-96FC-7A7DFD3AF963}" type="datetime4">
              <a:rPr lang="de-CH" smtClean="0"/>
              <a:t>2. Februar 2026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78838AB-137C-9F7E-DC63-22E46DE6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2841A-261C-904D-89C3-31866CF66781}" type="slidenum">
              <a:rPr lang="de-DE" smtClean="0"/>
              <a:t>9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45C18E25-3640-31D3-79A3-47F7DE8F5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Ionic</a:t>
            </a:r>
          </a:p>
        </p:txBody>
      </p:sp>
    </p:spTree>
    <p:extLst>
      <p:ext uri="{BB962C8B-B14F-4D97-AF65-F5344CB8AC3E}">
        <p14:creationId xmlns:p14="http://schemas.microsoft.com/office/powerpoint/2010/main" val="1735031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9D9DA9A0-BE1B-B148-F3A8-08D3D8FFB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Technologie: Dart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Gute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Sieht native aus (sind jedoch keine nativen UI-Elemente, design wird imitiert)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9BB1608-53E1-FA3F-37DA-A40B811E4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56314-8B27-9F4F-96FC-7A7DFD3AF963}" type="datetime4">
              <a:rPr lang="de-CH" smtClean="0"/>
              <a:t>2. Februar 2026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C2FE58-57C9-1A73-2D93-BA6F5F10C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2841A-261C-904D-89C3-31866CF66781}" type="slidenum">
              <a:rPr lang="de-DE" smtClean="0"/>
              <a:t>10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293E291D-3BA5-DB3D-9F49-9EF59D2B1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Flutter</a:t>
            </a:r>
          </a:p>
        </p:txBody>
      </p:sp>
    </p:spTree>
    <p:extLst>
      <p:ext uri="{BB962C8B-B14F-4D97-AF65-F5344CB8AC3E}">
        <p14:creationId xmlns:p14="http://schemas.microsoft.com/office/powerpoint/2010/main" val="385455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C01AE-2546-E878-A160-BCFB6846B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FEF13E54-E150-C38C-881E-B83D01CEF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Technologie: </a:t>
            </a:r>
            <a:r>
              <a:rPr lang="de-CH" dirty="0" err="1"/>
              <a:t>c#</a:t>
            </a:r>
            <a:r>
              <a:rPr lang="de-CH" dirty="0"/>
              <a:t> .NET, </a:t>
            </a:r>
            <a:r>
              <a:rPr lang="de-CH" dirty="0" err="1"/>
              <a:t>templates</a:t>
            </a:r>
            <a:r>
              <a:rPr lang="de-CH" dirty="0"/>
              <a:t> in </a:t>
            </a:r>
            <a:r>
              <a:rPr lang="de-CH" dirty="0" err="1"/>
              <a:t>xaml</a:t>
            </a:r>
            <a:r>
              <a:rPr lang="de-CH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Gute Performance (</a:t>
            </a:r>
            <a:r>
              <a:rPr lang="de-DE" dirty="0"/>
              <a:t>UI wird zu nativen plattformspezifischen Controls gemappt</a:t>
            </a:r>
            <a:r>
              <a:rPr lang="de-CH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Meistens nur eine Codebasis (Plattform spezifischer Code möglich aber oft nicht nötig)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Es werden native Elemente verwendet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1B7011E-A3E3-95AB-505E-7966F3154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56314-8B27-9F4F-96FC-7A7DFD3AF963}" type="datetime4">
              <a:rPr lang="de-CH" smtClean="0"/>
              <a:t>2. Februar 2026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0C3F10F-CC06-D242-C234-523AF50C0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2841A-261C-904D-89C3-31866CF66781}" type="slidenum">
              <a:rPr lang="de-DE" smtClean="0"/>
              <a:t>11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2BE02595-21E6-4FD5-18BA-B06B2AEED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.NET MAUI</a:t>
            </a:r>
          </a:p>
        </p:txBody>
      </p:sp>
    </p:spTree>
    <p:extLst>
      <p:ext uri="{BB962C8B-B14F-4D97-AF65-F5344CB8AC3E}">
        <p14:creationId xmlns:p14="http://schemas.microsoft.com/office/powerpoint/2010/main" val="162506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963B8-677D-115A-D44A-D7BD8D953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59362D78-8727-ABD3-F52D-1C740EA99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Technologie: JavaScript/</a:t>
            </a:r>
            <a:r>
              <a:rPr lang="de-CH" dirty="0" err="1"/>
              <a:t>TypeScript</a:t>
            </a:r>
            <a:r>
              <a:rPr lang="de-CH" dirty="0"/>
              <a:t>, React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Gute Performance (es werden native UI-Elemente verwendet)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Nur eine Codebasis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6784736-CC69-DA36-5683-73DF47A40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56314-8B27-9F4F-96FC-7A7DFD3AF963}" type="datetime4">
              <a:rPr lang="de-CH" smtClean="0"/>
              <a:t>2. Februar 2026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C83C117-20E2-25F8-B69C-254FF131A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2841A-261C-904D-89C3-31866CF66781}" type="slidenum">
              <a:rPr lang="de-DE" smtClean="0"/>
              <a:t>12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426CFA6-C302-C00D-2E83-B06DDB8F8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React Native</a:t>
            </a:r>
          </a:p>
        </p:txBody>
      </p:sp>
    </p:spTree>
    <p:extLst>
      <p:ext uri="{BB962C8B-B14F-4D97-AF65-F5344CB8AC3E}">
        <p14:creationId xmlns:p14="http://schemas.microsoft.com/office/powerpoint/2010/main" val="11515112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EBAQEBAQEBAQEBAQEBAQIAAAAAAAAAAwAAAAMAAAAA/////wQAPwwAAAAAAAAAAAAAIAD///////////////8AAAD////////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CAP///////wQAAAACABAAC51rzh5Na6VCuiazwMsAcaUFAAAAAAADAAAAAAADAAAAAwADAAAAAAD///////8DAAEA////////BAAAAAMAEAALLIun9ymEvUKXkkenAUyAOwUAAAABAAMAAAACAAM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CwMAAAAAAAAAAAAACAB////////////////AAAA////////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AQEDAAAAAwD///////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3DgAAAAAAAAAAAAD/////gwCDAAAABV9pZAAQAAAABJ1rzh5Na6VCuiazwMsAcaUDRGF0YQAbAAAABExpbmtlZFNoYXBlRGF0YQAFAAAAAAACTmFtZQAZAAAATGlua2VkU2hhcGVzRGF0YVByb3BlcnR5ABBWZXJzaW9uAAAAAAAJTGFzdFdyaXRlAIxT0Kh5AQAAAAEA/////50AnQAAAAVfaWQAEAAAAAQsi6f3KYS9QpeSR6cBTIA7A0RhdGEAKgAAAAhQcmVzZW50YXRpb25TY2FubmVkRm9yTGlua2VkU2hhcGVzAAEAAk5hbWUAJAAAAExpbmtlZFNoYXBlUHJlc2VudGF0aW9uU2V0dGluZ3NEYXRhABBWZXJzaW9uAAAAAAAJTGFzdFdyaXRlAMFT0Kh5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  <p:tag name="UNDO_REDO_REVISION" val="1"/>
</p:tagLst>
</file>

<file path=ppt/theme/theme1.xml><?xml version="1.0" encoding="utf-8"?>
<a:theme xmlns:a="http://schemas.openxmlformats.org/drawingml/2006/main" name="phGR Master">
  <a:themeElements>
    <a:clrScheme name="Custom 45">
      <a:dk1>
        <a:srgbClr val="000000"/>
      </a:dk1>
      <a:lt1>
        <a:srgbClr val="FFFFFF"/>
      </a:lt1>
      <a:dk2>
        <a:srgbClr val="F2E500"/>
      </a:dk2>
      <a:lt2>
        <a:srgbClr val="C6C6C6"/>
      </a:lt2>
      <a:accent1>
        <a:srgbClr val="DEDC00"/>
      </a:accent1>
      <a:accent2>
        <a:srgbClr val="AFCA0A"/>
      </a:accent2>
      <a:accent3>
        <a:srgbClr val="23B2C6"/>
      </a:accent3>
      <a:accent4>
        <a:srgbClr val="6169AF"/>
      </a:accent4>
      <a:accent5>
        <a:srgbClr val="ED6A69"/>
      </a:accent5>
      <a:accent6>
        <a:srgbClr val="FBB900"/>
      </a:accent6>
      <a:hlink>
        <a:srgbClr val="93A300"/>
      </a:hlink>
      <a:folHlink>
        <a:srgbClr val="878787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5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HGR-AU-202104085-Vorlage-pptx-06-FWJM-p.pptx  -  Schreibgeschützt" id="{67DC6CEA-C5B1-4B78-AA7A-90236AFEB575}" vid="{8A71DACE-97D1-49ED-A780-10F8A9FA33BC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anguage xmlns="http://schemas.microsoft.com/sharepoint/v3">Deutsch</Language>
    <_Status xmlns="http://schemas.microsoft.com/sharepoint/v3/fields">Aktiv</_Status>
    <Klassifizierung xmlns="1adecbf6-a764-4410-8e1a-a443f8432dbc">Intern</Klassifizierung>
    <Formular xmlns="c5fd98b3-7fa7-4f4d-9947-43dfb80f35fb">true</Formular>
    <_dlc_DocId xmlns="1adecbf6-a764-4410-8e1a-a443f8432dbc">DIENSTE-1478071512-682</_dlc_DocId>
    <_dlc_DocIdUrl xmlns="1adecbf6-a764-4410-8e1a-a443f8432dbc">
      <Url>https://phgr.sharepoint.com/sites/dienste/_layouts/15/DocIdRedir.aspx?ID=DIENSTE-1478071512-682</Url>
      <Description>DIENSTE-1478071512-682</Description>
    </_dlc_DocIdUrl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EEDB516E0F22948ABAA02CCB5CF5EDB" ma:contentTypeVersion="8" ma:contentTypeDescription="Ein neues Dokument erstellen." ma:contentTypeScope="" ma:versionID="959fdb5d32e0c71eed993377af22907c">
  <xsd:schema xmlns:xsd="http://www.w3.org/2001/XMLSchema" xmlns:xs="http://www.w3.org/2001/XMLSchema" xmlns:p="http://schemas.microsoft.com/office/2006/metadata/properties" xmlns:ns1="http://schemas.microsoft.com/sharepoint/v3" xmlns:ns2="1adecbf6-a764-4410-8e1a-a443f8432dbc" xmlns:ns3="http://schemas.microsoft.com/sharepoint/v3/fields" xmlns:ns4="c5fd98b3-7fa7-4f4d-9947-43dfb80f35fb" targetNamespace="http://schemas.microsoft.com/office/2006/metadata/properties" ma:root="true" ma:fieldsID="4681b59ee18f0c787a6be46f9ffb304e" ns1:_="" ns2:_="" ns3:_="" ns4:_="">
    <xsd:import namespace="http://schemas.microsoft.com/sharepoint/v3"/>
    <xsd:import namespace="1adecbf6-a764-4410-8e1a-a443f8432dbc"/>
    <xsd:import namespace="http://schemas.microsoft.com/sharepoint/v3/fields"/>
    <xsd:import namespace="c5fd98b3-7fa7-4f4d-9947-43dfb80f35fb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Klassifizierung" minOccurs="0"/>
                <xsd:element ref="ns1:Language" minOccurs="0"/>
                <xsd:element ref="ns3:_Status" minOccurs="0"/>
                <xsd:element ref="ns4:MediaServiceMetadata" minOccurs="0"/>
                <xsd:element ref="ns4:MediaServiceFastMetadata" minOccurs="0"/>
                <xsd:element ref="ns4:Formular" minOccurs="0"/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Language" ma:index="12" nillable="true" ma:displayName="Sprache" ma:default="Deutsch" ma:format="Dropdown" ma:internalName="Language">
      <xsd:simpleType>
        <xsd:restriction base="dms:Choice">
          <xsd:enumeration value="Deutsch"/>
          <xsd:enumeration value="Italienisch"/>
          <xsd:enumeration value="Romanisch"/>
          <xsd:enumeration value="Französisch"/>
          <xsd:enumeration value="Englisch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decbf6-a764-4410-8e1a-a443f8432dbc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9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Klassifizierung" ma:index="11" nillable="true" ma:displayName="Klassifizierung" ma:default="Intern" ma:format="Dropdown" ma:internalName="Klassifizierung">
      <xsd:simpleType>
        <xsd:restriction base="dms:Choice">
          <xsd:enumeration value="Öffentlich"/>
          <xsd:enumeration value="Intern"/>
          <xsd:enumeration value="Vertraulich"/>
          <xsd:enumeration value="Geheim"/>
        </xsd:restriction>
      </xsd:simpleType>
    </xsd:element>
    <xsd:element name="SharedWithUsers" ma:index="17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13" nillable="true" ma:displayName="Status" ma:default="Aktiv" ma:format="Dropdown" ma:internalName="_Status">
      <xsd:simpleType>
        <xsd:restriction base="dms:Choice">
          <xsd:enumeration value="Entwurf"/>
          <xsd:enumeration value="Vernehmlassung"/>
          <xsd:enumeration value="Aktiv"/>
          <xsd:enumeration value="Abgelöst"/>
          <xsd:enumeration value="Archiviert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fd98b3-7fa7-4f4d-9947-43dfb80f35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Formular" ma:index="16" nillable="true" ma:displayName="Formular" ma:default="1" ma:internalName="Formular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40B42B-78F1-4675-8E23-BAE609DD804A}">
  <ds:schemaRefs>
    <ds:schemaRef ds:uri="http://purl.org/dc/terms/"/>
    <ds:schemaRef ds:uri="1adecbf6-a764-4410-8e1a-a443f8432dbc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c5fd98b3-7fa7-4f4d-9947-43dfb80f35fb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schemas.microsoft.com/sharepoint/v3/field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9E8DE5E-7E7D-4E7C-AC2F-B57C78B633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1adecbf6-a764-4410-8e1a-a443f8432dbc"/>
    <ds:schemaRef ds:uri="http://schemas.microsoft.com/sharepoint/v3/fields"/>
    <ds:schemaRef ds:uri="c5fd98b3-7fa7-4f4d-9947-43dfb80f35f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BA19007-4D3F-4B65-9923-906BF246051A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B969494F-FF6F-4A46-A8BB-10BB3F5CB35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392</Words>
  <Application>Microsoft Office PowerPoint</Application>
  <PresentationFormat>Bildschirmpräsentation (16:9)</PresentationFormat>
  <Paragraphs>80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6" baseType="lpstr">
      <vt:lpstr>Arial</vt:lpstr>
      <vt:lpstr>Calibri</vt:lpstr>
      <vt:lpstr>Verdana</vt:lpstr>
      <vt:lpstr>phGR Master</vt:lpstr>
      <vt:lpstr>Modul 335 Möglichkeiten zur Entwicklung</vt:lpstr>
      <vt:lpstr>Inhalt / Programm</vt:lpstr>
      <vt:lpstr>Unterschied Native/Hybrid</vt:lpstr>
      <vt:lpstr>Vorteile Native</vt:lpstr>
      <vt:lpstr>Vorteile Hybrid</vt:lpstr>
      <vt:lpstr>aNDROID</vt:lpstr>
      <vt:lpstr>IOs</vt:lpstr>
      <vt:lpstr>Hybrid</vt:lpstr>
      <vt:lpstr>Ionic</vt:lpstr>
      <vt:lpstr>Flutter</vt:lpstr>
      <vt:lpstr>.NET MAUI</vt:lpstr>
      <vt:lpstr>React Native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335 Möglichkeiten zur Entwicklung</dc:title>
  <dc:creator>Schmid André</dc:creator>
  <cp:lastModifiedBy>Schmid André</cp:lastModifiedBy>
  <cp:revision>4</cp:revision>
  <dcterms:created xsi:type="dcterms:W3CDTF">2022-08-17T12:08:45Z</dcterms:created>
  <dcterms:modified xsi:type="dcterms:W3CDTF">2026-02-02T14:57:23Z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0x010100EEEDB516E0F22948ABAA02CCB5CF5EDB</vt:lpwstr>
  </property>
  <property fmtid="{D5CDD505-2E9C-101B-9397-08002B2CF9AE}" pid="3" name="_dlc_DocIdItemGuid">
    <vt:lpwstr>1a251a7d-6b22-4995-91a0-53570c072be9</vt:lpwstr>
  </property>
  <property fmtid="{D5CDD505-2E9C-101B-9397-08002B2CF9AE}" pid="4" name="MSIP_Label_0c3bf2c0-0d48-4a2e-a4ef-73a10d71c0f9_Enabled">
    <vt:lpwstr>true</vt:lpwstr>
  </property>
  <property fmtid="{D5CDD505-2E9C-101B-9397-08002B2CF9AE}" pid="5" name="MSIP_Label_0c3bf2c0-0d48-4a2e-a4ef-73a10d71c0f9_SetDate">
    <vt:lpwstr>2026-02-02T09:10:25Z</vt:lpwstr>
  </property>
  <property fmtid="{D5CDD505-2E9C-101B-9397-08002B2CF9AE}" pid="6" name="MSIP_Label_0c3bf2c0-0d48-4a2e-a4ef-73a10d71c0f9_Method">
    <vt:lpwstr>Privileged</vt:lpwstr>
  </property>
  <property fmtid="{D5CDD505-2E9C-101B-9397-08002B2CF9AE}" pid="7" name="MSIP_Label_0c3bf2c0-0d48-4a2e-a4ef-73a10d71c0f9_Name">
    <vt:lpwstr>Intern</vt:lpwstr>
  </property>
  <property fmtid="{D5CDD505-2E9C-101B-9397-08002B2CF9AE}" pid="8" name="MSIP_Label_0c3bf2c0-0d48-4a2e-a4ef-73a10d71c0f9_SiteId">
    <vt:lpwstr>61643f15-854c-468b-98ce-8b82aec4de2d</vt:lpwstr>
  </property>
  <property fmtid="{D5CDD505-2E9C-101B-9397-08002B2CF9AE}" pid="9" name="MSIP_Label_0c3bf2c0-0d48-4a2e-a4ef-73a10d71c0f9_ActionId">
    <vt:lpwstr>17a81596-2350-4cbc-925e-2de810847119</vt:lpwstr>
  </property>
  <property fmtid="{D5CDD505-2E9C-101B-9397-08002B2CF9AE}" pid="10" name="MSIP_Label_0c3bf2c0-0d48-4a2e-a4ef-73a10d71c0f9_ContentBits">
    <vt:lpwstr>0</vt:lpwstr>
  </property>
  <property fmtid="{D5CDD505-2E9C-101B-9397-08002B2CF9AE}" pid="11" name="MSIP_Label_0c3bf2c0-0d48-4a2e-a4ef-73a10d71c0f9_Tag">
    <vt:lpwstr>10, 0, 1, 1</vt:lpwstr>
  </property>
</Properties>
</file>